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3" r:id="rId9"/>
    <p:sldId id="262" r:id="rId10"/>
    <p:sldId id="258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C759B-7DAC-4CC3-A06A-2C222185216A}" v="5" dt="2026-09-20T17:37:19.1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2" autoAdjust="0"/>
    <p:restoredTop sz="94660"/>
  </p:normalViewPr>
  <p:slideViewPr>
    <p:cSldViewPr>
      <p:cViewPr varScale="1">
        <p:scale>
          <a:sx n="70" d="100"/>
          <a:sy n="70" d="100"/>
        </p:scale>
        <p:origin x="131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ka Dhawale" userId="88d590578c57571a" providerId="LiveId" clId="{B6F507A1-E5D0-4A37-B2FF-143A1B1E27A7}"/>
    <pc:docChg chg="undo custSel addSld delSld modSld sldOrd">
      <pc:chgData name="Krutika Dhawale" userId="88d590578c57571a" providerId="LiveId" clId="{B6F507A1-E5D0-4A37-B2FF-143A1B1E27A7}" dt="2026-09-20T17:37:43.151" v="188" actId="14100"/>
      <pc:docMkLst>
        <pc:docMk/>
      </pc:docMkLst>
      <pc:sldChg chg="modSp mod">
        <pc:chgData name="Krutika Dhawale" userId="88d590578c57571a" providerId="LiveId" clId="{B6F507A1-E5D0-4A37-B2FF-143A1B1E27A7}" dt="2026-09-20T17:16:33.802" v="63" actId="14100"/>
        <pc:sldMkLst>
          <pc:docMk/>
          <pc:sldMk cId="1868187420" sldId="261"/>
        </pc:sldMkLst>
        <pc:spChg chg="mod">
          <ac:chgData name="Krutika Dhawale" userId="88d590578c57571a" providerId="LiveId" clId="{B6F507A1-E5D0-4A37-B2FF-143A1B1E27A7}" dt="2026-09-20T17:16:27.150" v="62" actId="14100"/>
          <ac:spMkLst>
            <pc:docMk/>
            <pc:sldMk cId="1868187420" sldId="261"/>
            <ac:spMk id="4" creationId="{8E8096C2-6A67-7C80-CEF4-286027C77312}"/>
          </ac:spMkLst>
        </pc:spChg>
        <pc:picChg chg="mod">
          <ac:chgData name="Krutika Dhawale" userId="88d590578c57571a" providerId="LiveId" clId="{B6F507A1-E5D0-4A37-B2FF-143A1B1E27A7}" dt="2026-09-20T17:16:33.802" v="63" actId="14100"/>
          <ac:picMkLst>
            <pc:docMk/>
            <pc:sldMk cId="1868187420" sldId="261"/>
            <ac:picMk id="25" creationId="{8E21B7B3-6D31-489A-9F6B-E722310CFCD1}"/>
          </ac:picMkLst>
        </pc:picChg>
      </pc:sldChg>
      <pc:sldChg chg="ord">
        <pc:chgData name="Krutika Dhawale" userId="88d590578c57571a" providerId="LiveId" clId="{B6F507A1-E5D0-4A37-B2FF-143A1B1E27A7}" dt="2026-09-20T17:26:57.998" v="181"/>
        <pc:sldMkLst>
          <pc:docMk/>
          <pc:sldMk cId="856172241" sldId="262"/>
        </pc:sldMkLst>
      </pc:sldChg>
      <pc:sldChg chg="ord">
        <pc:chgData name="Krutika Dhawale" userId="88d590578c57571a" providerId="LiveId" clId="{B6F507A1-E5D0-4A37-B2FF-143A1B1E27A7}" dt="2026-09-20T17:35:38.720" v="184"/>
        <pc:sldMkLst>
          <pc:docMk/>
          <pc:sldMk cId="926732095" sldId="263"/>
        </pc:sldMkLst>
      </pc:sldChg>
      <pc:sldChg chg="addSp delSp modSp new mod">
        <pc:chgData name="Krutika Dhawale" userId="88d590578c57571a" providerId="LiveId" clId="{B6F507A1-E5D0-4A37-B2FF-143A1B1E27A7}" dt="2026-09-20T17:37:43.151" v="188" actId="14100"/>
        <pc:sldMkLst>
          <pc:docMk/>
          <pc:sldMk cId="1342215277" sldId="264"/>
        </pc:sldMkLst>
        <pc:spChg chg="mod">
          <ac:chgData name="Krutika Dhawale" userId="88d590578c57571a" providerId="LiveId" clId="{B6F507A1-E5D0-4A37-B2FF-143A1B1E27A7}" dt="2026-09-20T17:20:07.145" v="127" actId="115"/>
          <ac:spMkLst>
            <pc:docMk/>
            <pc:sldMk cId="1342215277" sldId="264"/>
            <ac:spMk id="2" creationId="{0EB3F253-F04E-CFAF-D9F2-639965A7D4DE}"/>
          </ac:spMkLst>
        </pc:spChg>
        <pc:spChg chg="mod">
          <ac:chgData name="Krutika Dhawale" userId="88d590578c57571a" providerId="LiveId" clId="{B6F507A1-E5D0-4A37-B2FF-143A1B1E27A7}" dt="2026-09-20T17:37:43.151" v="188" actId="14100"/>
          <ac:spMkLst>
            <pc:docMk/>
            <pc:sldMk cId="1342215277" sldId="264"/>
            <ac:spMk id="3" creationId="{AD1DD102-539A-C360-EB69-7E095C9B44C1}"/>
          </ac:spMkLst>
        </pc:spChg>
        <pc:spChg chg="add del mod">
          <ac:chgData name="Krutika Dhawale" userId="88d590578c57571a" providerId="LiveId" clId="{B6F507A1-E5D0-4A37-B2FF-143A1B1E27A7}" dt="2026-09-20T17:19:39.318" v="123"/>
          <ac:spMkLst>
            <pc:docMk/>
            <pc:sldMk cId="1342215277" sldId="264"/>
            <ac:spMk id="4" creationId="{45105711-5AAF-146E-EC16-71F78EFF9028}"/>
          </ac:spMkLst>
        </pc:spChg>
      </pc:sldChg>
      <pc:sldChg chg="addSp delSp modSp new mod">
        <pc:chgData name="Krutika Dhawale" userId="88d590578c57571a" providerId="LiveId" clId="{B6F507A1-E5D0-4A37-B2FF-143A1B1E27A7}" dt="2026-09-20T17:26:35.345" v="179" actId="14100"/>
        <pc:sldMkLst>
          <pc:docMk/>
          <pc:sldMk cId="1305877500" sldId="265"/>
        </pc:sldMkLst>
        <pc:spChg chg="del mod">
          <ac:chgData name="Krutika Dhawale" userId="88d590578c57571a" providerId="LiveId" clId="{B6F507A1-E5D0-4A37-B2FF-143A1B1E27A7}" dt="2026-09-20T17:24:47.163" v="152" actId="21"/>
          <ac:spMkLst>
            <pc:docMk/>
            <pc:sldMk cId="1305877500" sldId="265"/>
            <ac:spMk id="2" creationId="{B6388D5B-1122-99BC-BE85-0C488B6D9F97}"/>
          </ac:spMkLst>
        </pc:spChg>
        <pc:spChg chg="del mod">
          <ac:chgData name="Krutika Dhawale" userId="88d590578c57571a" providerId="LiveId" clId="{B6F507A1-E5D0-4A37-B2FF-143A1B1E27A7}" dt="2026-09-20T17:22:41.192" v="137" actId="21"/>
          <ac:spMkLst>
            <pc:docMk/>
            <pc:sldMk cId="1305877500" sldId="265"/>
            <ac:spMk id="3" creationId="{F57069FC-F8AC-1A56-37D3-D085CD01287F}"/>
          </ac:spMkLst>
        </pc:spChg>
        <pc:spChg chg="add mod">
          <ac:chgData name="Krutika Dhawale" userId="88d590578c57571a" providerId="LiveId" clId="{B6F507A1-E5D0-4A37-B2FF-143A1B1E27A7}" dt="2026-09-20T17:26:12.889" v="176" actId="3062"/>
          <ac:spMkLst>
            <pc:docMk/>
            <pc:sldMk cId="1305877500" sldId="265"/>
            <ac:spMk id="8" creationId="{0D121211-3164-E265-3DB8-9FC129F11DC8}"/>
          </ac:spMkLst>
        </pc:spChg>
        <pc:spChg chg="add del mod">
          <ac:chgData name="Krutika Dhawale" userId="88d590578c57571a" providerId="LiveId" clId="{B6F507A1-E5D0-4A37-B2FF-143A1B1E27A7}" dt="2026-09-20T17:25:23.715" v="162" actId="21"/>
          <ac:spMkLst>
            <pc:docMk/>
            <pc:sldMk cId="1305877500" sldId="265"/>
            <ac:spMk id="9" creationId="{B6388D5B-1122-99BC-BE85-0C488B6D9F97}"/>
          </ac:spMkLst>
        </pc:spChg>
        <pc:picChg chg="add del">
          <ac:chgData name="Krutika Dhawale" userId="88d590578c57571a" providerId="LiveId" clId="{B6F507A1-E5D0-4A37-B2FF-143A1B1E27A7}" dt="2026-09-20T17:21:54.831" v="130" actId="22"/>
          <ac:picMkLst>
            <pc:docMk/>
            <pc:sldMk cId="1305877500" sldId="265"/>
            <ac:picMk id="5" creationId="{09A23ED2-E4A0-8442-65B5-84165991BC79}"/>
          </ac:picMkLst>
        </pc:picChg>
        <pc:picChg chg="add mod">
          <ac:chgData name="Krutika Dhawale" userId="88d590578c57571a" providerId="LiveId" clId="{B6F507A1-E5D0-4A37-B2FF-143A1B1E27A7}" dt="2026-09-20T17:26:35.345" v="179" actId="14100"/>
          <ac:picMkLst>
            <pc:docMk/>
            <pc:sldMk cId="1305877500" sldId="265"/>
            <ac:picMk id="7" creationId="{183D76F1-1D97-C6AC-6002-EA9AD89CE2C5}"/>
          </ac:picMkLst>
        </pc:picChg>
      </pc:sldChg>
      <pc:sldChg chg="new del">
        <pc:chgData name="Krutika Dhawale" userId="88d590578c57571a" providerId="LiveId" clId="{B6F507A1-E5D0-4A37-B2FF-143A1B1E27A7}" dt="2026-09-20T17:36:03.501" v="185" actId="2696"/>
        <pc:sldMkLst>
          <pc:docMk/>
          <pc:sldMk cId="349694445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D041A-935E-4E33-869B-2C7E2074434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6632-5A80-4F76-9D09-54A66D314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1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6632-5A80-4F76-9D09-54A66D31452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8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285368"/>
            <a:ext cx="5791199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lang="en-IN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lang="en-IN"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lang="en-IN" sz="3200" dirty="0">
                <a:latin typeface="Times New Roman"/>
                <a:cs typeface="Times New Roman"/>
              </a:rPr>
              <a:t>“</a:t>
            </a:r>
            <a:r>
              <a:rPr lang="en-IN" sz="3200" spc="-140" dirty="0">
                <a:latin typeface="Times New Roman"/>
                <a:cs typeface="Times New Roman"/>
              </a:rPr>
              <a:t> </a:t>
            </a:r>
            <a:r>
              <a:rPr lang="en-IN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English to Hindi </a:t>
            </a:r>
            <a:r>
              <a:rPr lang="en-IN" sz="3200" spc="-35" dirty="0" err="1">
                <a:solidFill>
                  <a:srgbClr val="000000"/>
                </a:solidFill>
                <a:latin typeface="Times New Roman"/>
                <a:cs typeface="Times New Roman"/>
              </a:rPr>
              <a:t>Transister</a:t>
            </a:r>
            <a:r>
              <a:rPr lang="en-IN" sz="3200" spc="-10" dirty="0">
                <a:latin typeface="Times New Roman"/>
                <a:cs typeface="Times New Roman"/>
              </a:rPr>
              <a:t>”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2129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IN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Krutika N. Dhawale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3000" y="3733800"/>
            <a:ext cx="76746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F1E1DA-0BC2-ECA7-6E9C-94AFA6CD7359}"/>
              </a:ext>
            </a:extLst>
          </p:cNvPr>
          <p:cNvSpPr/>
          <p:nvPr/>
        </p:nvSpPr>
        <p:spPr>
          <a:xfrm>
            <a:off x="2286000" y="381000"/>
            <a:ext cx="4724400" cy="1219200"/>
          </a:xfrm>
          <a:prstGeom prst="ellips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Introduction</a:t>
            </a:r>
            <a:endParaRPr lang="en-IN" sz="4000" b="1" dirty="0"/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95E6D4E-3CA5-64F4-7F3B-F036684937F2}"/>
              </a:ext>
            </a:extLst>
          </p:cNvPr>
          <p:cNvSpPr/>
          <p:nvPr/>
        </p:nvSpPr>
        <p:spPr>
          <a:xfrm>
            <a:off x="914400" y="2057400"/>
            <a:ext cx="7696200" cy="4033922"/>
          </a:xfrm>
          <a:prstGeom prst="snipRoundRect">
            <a:avLst/>
          </a:prstGeom>
          <a:ln w="28575"/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English to Hindi Translator</a:t>
            </a:r>
            <a:r>
              <a:rPr lang="en-IN" sz="2000" dirty="0"/>
              <a:t> is a Python-based project.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converts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uses an </a:t>
            </a:r>
            <a:r>
              <a:rPr lang="en-IN" sz="2000" b="1" dirty="0"/>
              <a:t>English-Hindi dictionary</a:t>
            </a:r>
            <a:r>
              <a:rPr lang="en-IN" sz="2000" dirty="0"/>
              <a:t> for translation.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The project uses basic Python concepts like </a:t>
            </a:r>
            <a:r>
              <a:rPr lang="en-IN" sz="2000" b="1" dirty="0"/>
              <a:t>strings, dictionaries, functions, loops, and conditions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helps users understand the </a:t>
            </a:r>
            <a:r>
              <a:rPr lang="en-IN" sz="2000" b="1" dirty="0"/>
              <a:t>basic concept of language translation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is </a:t>
            </a:r>
            <a:r>
              <a:rPr lang="en-IN" sz="2000" b="1" dirty="0"/>
              <a:t>simple, easy to use, and suitable for beginners</a:t>
            </a:r>
            <a:r>
              <a:rPr lang="en-IN" sz="20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54D2-7B46-2444-52D8-9305CDB8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04891"/>
            <a:ext cx="3352373" cy="837304"/>
          </a:xfrm>
        </p:spPr>
        <p:txBody>
          <a:bodyPr/>
          <a:lstStyle/>
          <a:p>
            <a:r>
              <a:rPr lang="en-US" spc="-10" dirty="0">
                <a:cs typeface="Calibri"/>
              </a:rPr>
              <a:t>Objectives</a:t>
            </a:r>
            <a:br>
              <a:rPr lang="en-US" spc="-10" dirty="0">
                <a:cs typeface="Calibri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AB94E-C70F-4E9A-E89B-74DB2590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812" y="1447800"/>
            <a:ext cx="8229600" cy="33239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create a simple </a:t>
            </a:r>
            <a:r>
              <a:rPr lang="en-US" sz="2400" b="1" dirty="0"/>
              <a:t>English to Hindi translator</a:t>
            </a:r>
            <a:r>
              <a:rPr lang="en-US" sz="2400" dirty="0"/>
              <a:t> using 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accept English text from the user.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translate English words into Hindi.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a </a:t>
            </a:r>
            <a:r>
              <a:rPr lang="en-US" sz="2400" b="1" dirty="0"/>
              <a:t>dictionary</a:t>
            </a:r>
            <a:r>
              <a:rPr lang="en-US" sz="2400" dirty="0"/>
              <a:t> for storing English-Hindi words.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</a:t>
            </a:r>
            <a:r>
              <a:rPr lang="en-US" sz="2400" b="1" dirty="0"/>
              <a:t>functions</a:t>
            </a:r>
            <a:r>
              <a:rPr lang="en-US" sz="2400" dirty="0"/>
              <a:t> to make the program easy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handle words that are not available in the dictionary.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display the final Hindi translation.</a:t>
            </a:r>
            <a:endParaRPr lang="en-US" sz="2400" spc="-10" dirty="0"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endParaRPr lang="en-US" sz="2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82A9B-5C2E-67DE-F66E-C8BE12BC9E03}"/>
              </a:ext>
            </a:extLst>
          </p:cNvPr>
          <p:cNvSpPr/>
          <p:nvPr/>
        </p:nvSpPr>
        <p:spPr>
          <a:xfrm>
            <a:off x="2590800" y="304891"/>
            <a:ext cx="3810000" cy="91430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IN" sz="4000" b="1" spc="-10" dirty="0">
                <a:cs typeface="Calibri"/>
              </a:rPr>
              <a:t>      </a:t>
            </a:r>
            <a:r>
              <a:rPr lang="en-IN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cs typeface="Calibri"/>
              </a:rPr>
              <a:t>Objectives</a:t>
            </a:r>
            <a:endParaRPr lang="en-IN" sz="4000" b="1" spc="-10" dirty="0">
              <a:latin typeface="+mj-lt"/>
              <a:cs typeface="Calibri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1E469AB-BC5B-9040-F904-4C86477E55D7}"/>
              </a:ext>
            </a:extLst>
          </p:cNvPr>
          <p:cNvSpPr/>
          <p:nvPr/>
        </p:nvSpPr>
        <p:spPr>
          <a:xfrm>
            <a:off x="609812" y="1447800"/>
            <a:ext cx="8305588" cy="4114800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develop a simple </a:t>
            </a:r>
            <a:r>
              <a:rPr lang="en-IN" sz="2000" b="1" dirty="0"/>
              <a:t>English to Hindi Translator</a:t>
            </a:r>
            <a:r>
              <a:rPr lang="en-IN" sz="2000" dirty="0"/>
              <a:t> using Python.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translate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understand the use of </a:t>
            </a:r>
            <a:r>
              <a:rPr lang="en-IN" sz="2000" b="1" dirty="0"/>
              <a:t>Python dictionaries</a:t>
            </a:r>
            <a:r>
              <a:rPr lang="en-IN" sz="2000" dirty="0"/>
              <a:t> for storing translations.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apply basic Python concepts such as </a:t>
            </a:r>
            <a:r>
              <a:rPr lang="en-IN" sz="2000" b="1" dirty="0"/>
              <a:t>functions, loops, strings, and conditions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make the translation process </a:t>
            </a:r>
            <a:r>
              <a:rPr lang="en-IN" sz="2000" b="1" dirty="0"/>
              <a:t>simple and user-friendly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provide a basic foundation for developing </a:t>
            </a:r>
            <a:r>
              <a:rPr lang="en-IN" sz="2000" b="1" dirty="0"/>
              <a:t>advanced translation systems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082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400F0-9BF2-E678-FF6B-E460E223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4267200"/>
            <a:ext cx="8229600" cy="553998"/>
          </a:xfrm>
        </p:spPr>
        <p:txBody>
          <a:bodyPr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US" dirty="0">
              <a:cs typeface="Calibri"/>
            </a:endParaRPr>
          </a:p>
          <a:p>
            <a:endParaRPr lang="en-IN" dirty="0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225654D8-4DD4-E78B-E8DB-62DEFB8CC466}"/>
              </a:ext>
            </a:extLst>
          </p:cNvPr>
          <p:cNvSpPr/>
          <p:nvPr/>
        </p:nvSpPr>
        <p:spPr>
          <a:xfrm flipH="1">
            <a:off x="2133600" y="228600"/>
            <a:ext cx="3733800" cy="1295400"/>
          </a:xfrm>
          <a:prstGeom prst="wedgeEllipseCallou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US" sz="4000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Algorithm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818D53C7-CFD3-2688-9FD0-7D4E5EC45362}"/>
              </a:ext>
            </a:extLst>
          </p:cNvPr>
          <p:cNvSpPr/>
          <p:nvPr/>
        </p:nvSpPr>
        <p:spPr>
          <a:xfrm>
            <a:off x="990600" y="2057400"/>
            <a:ext cx="7315200" cy="37338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Start the program.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Create an English-Hindi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Take English text as input from the user.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Split the text into individual words.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Check each word in the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Replace the English word with its Hindi meaning.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Join all translated words to form the sentence.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Display the Hindi translation.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Stop the program</a:t>
            </a:r>
          </a:p>
        </p:txBody>
      </p:sp>
    </p:spTree>
    <p:extLst>
      <p:ext uri="{BB962C8B-B14F-4D97-AF65-F5344CB8AC3E}">
        <p14:creationId xmlns:p14="http://schemas.microsoft.com/office/powerpoint/2010/main" val="9921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E8096C2-6A67-7C80-CEF4-286027C77312}"/>
              </a:ext>
            </a:extLst>
          </p:cNvPr>
          <p:cNvSpPr/>
          <p:nvPr/>
        </p:nvSpPr>
        <p:spPr>
          <a:xfrm>
            <a:off x="227462" y="228600"/>
            <a:ext cx="3582537" cy="838200"/>
          </a:xfrm>
          <a:prstGeom prst="wedgeRectCallout">
            <a:avLst>
              <a:gd name="adj1" fmla="val 50809"/>
              <a:gd name="adj2" fmla="val 75453"/>
            </a:avLst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pc="-10" dirty="0">
                <a:cs typeface="Calibri"/>
              </a:rPr>
              <a:t>Flowchart</a:t>
            </a:r>
            <a:endParaRPr lang="en-IN" sz="4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21B7B3-6D31-489A-9F6B-E722310CF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838200"/>
            <a:ext cx="4953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F253-F04E-CFAF-D9F2-639965A7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1"/>
            <a:ext cx="6934200" cy="1231106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PHASE-II 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              </a:t>
            </a:r>
            <a:r>
              <a:rPr lang="en-IN" sz="4000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DD102-539A-C360-EB69-7E095C9B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209800"/>
            <a:ext cx="8229600" cy="3724096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create a larger dictionary</a:t>
            </a:r>
            <a:r>
              <a:rPr lang="en-IN" sz="2800" dirty="0"/>
              <a:t> with more English words and their Hindi meanings.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process the sentence properly</a:t>
            </a:r>
            <a:r>
              <a:rPr lang="en-IN" sz="2800" dirty="0"/>
              <a:t> by converting it to lowercase and removing punctuation.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translate words one by one</a:t>
            </a:r>
            <a:r>
              <a:rPr lang="en-IN" sz="2800" dirty="0"/>
              <a:t> using loops and dictionary checking.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handle unknown words and errors</a:t>
            </a:r>
            <a:r>
              <a:rPr lang="en-IN" sz="2800" dirty="0"/>
              <a:t> and display the complete Hindi translation correctly.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21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3D76F1-1D97-C6AC-6002-EA9AD89CE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457200"/>
            <a:ext cx="4191000" cy="5853752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0D121211-3164-E265-3DB8-9FC129F11DC8}"/>
              </a:ext>
            </a:extLst>
          </p:cNvPr>
          <p:cNvSpPr/>
          <p:nvPr/>
        </p:nvSpPr>
        <p:spPr>
          <a:xfrm flipH="1">
            <a:off x="457197" y="226324"/>
            <a:ext cx="4038601" cy="1069076"/>
          </a:xfrm>
          <a:prstGeom prst="wedgeEllipse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30587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19261F-F7C0-D840-C93A-CE090A26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9" y="3038822"/>
            <a:ext cx="7163421" cy="7803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DFB596-60F7-F526-A5C3-E909E998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49622"/>
            <a:ext cx="81534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3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245E-7141-A9C7-897D-E342EAEC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4801"/>
            <a:ext cx="7162800" cy="738664"/>
          </a:xfrm>
        </p:spPr>
        <p:txBody>
          <a:bodyPr/>
          <a:lstStyle/>
          <a:p>
            <a:r>
              <a:rPr lang="en-IN" u="sng" dirty="0">
                <a:solidFill>
                  <a:schemeClr val="accent1">
                    <a:lumMod val="75000"/>
                  </a:schemeClr>
                </a:solidFill>
              </a:rPr>
              <a:t>GitHub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AC32-1835-BBAC-949E-892FAC5BF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8229600" cy="397031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GitHub Account:</a:t>
            </a:r>
            <a:r>
              <a:rPr lang="en-IN" sz="2400" dirty="0"/>
              <a:t> Create and maintain a GitHub account.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Repository Creation:</a:t>
            </a:r>
            <a:r>
              <a:rPr lang="en-IN" sz="2400" dirty="0"/>
              <a:t> Create a repository for the project.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Uploading Code:</a:t>
            </a:r>
            <a:r>
              <a:rPr lang="en-IN" sz="2400" dirty="0"/>
              <a:t> Upload Python source code to the repository.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Meaningful Commits:</a:t>
            </a:r>
            <a:r>
              <a:rPr lang="en-IN" sz="2400" dirty="0"/>
              <a:t> Save changes with clear commit messages.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Collaboration:</a:t>
            </a:r>
            <a:r>
              <a:rPr lang="en-IN" sz="2400" dirty="0"/>
              <a:t> Share and work on the project with team members.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Individual Contribution:</a:t>
            </a:r>
            <a:r>
              <a:rPr lang="en-IN" sz="2400" dirty="0"/>
              <a:t> Contribute code, documentation, testing, or improvements individually.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17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218</TotalTime>
  <Words>489</Words>
  <Application>Microsoft Office PowerPoint</Application>
  <PresentationFormat>On-screen Show (4:3)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Aptos</vt:lpstr>
      <vt:lpstr>Arial</vt:lpstr>
      <vt:lpstr>Arial MT</vt:lpstr>
      <vt:lpstr>Calibri</vt:lpstr>
      <vt:lpstr>Cambria</vt:lpstr>
      <vt:lpstr>Times New Roman</vt:lpstr>
      <vt:lpstr>Wingdings</vt:lpstr>
      <vt:lpstr>Office Theme</vt:lpstr>
      <vt:lpstr>Experiential Learning Project Assessment-I on “ English to Hindi Transister”</vt:lpstr>
      <vt:lpstr>PowerPoint Presentation</vt:lpstr>
      <vt:lpstr>Objectives </vt:lpstr>
      <vt:lpstr>PowerPoint Presentation</vt:lpstr>
      <vt:lpstr>PowerPoint Presentation</vt:lpstr>
      <vt:lpstr>PHASE-II                 Objectives</vt:lpstr>
      <vt:lpstr>PowerPoint Presentation</vt:lpstr>
      <vt:lpstr>PowerPoint Presentation</vt:lpstr>
      <vt:lpstr>GitHub Understanding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Krutika Dhawale</dc:creator>
  <cp:lastModifiedBy>Krutika Dhawale</cp:lastModifiedBy>
  <cp:revision>1</cp:revision>
  <dcterms:created xsi:type="dcterms:W3CDTF">2026-08-15T17:21:51Z</dcterms:created>
  <dcterms:modified xsi:type="dcterms:W3CDTF">2026-09-20T17:41:35Z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