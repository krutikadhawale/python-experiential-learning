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58" r:id="rId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73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D041A-935E-4E33-869B-2C7E20744349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6632-5A80-4F76-9D09-54A66D314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110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6632-5A80-4F76-9D09-54A66D31452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686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52600" y="285368"/>
            <a:ext cx="5791199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lang="en-IN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endParaRPr lang="en-IN" sz="32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lang="en-IN" sz="3200" dirty="0">
                <a:latin typeface="Times New Roman"/>
                <a:cs typeface="Times New Roman"/>
              </a:rPr>
              <a:t>“</a:t>
            </a:r>
            <a:r>
              <a:rPr lang="en-IN" sz="3200" spc="-140" dirty="0">
                <a:latin typeface="Times New Roman"/>
                <a:cs typeface="Times New Roman"/>
              </a:rPr>
              <a:t> </a:t>
            </a:r>
            <a:r>
              <a:rPr lang="en-IN"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English to Hindi </a:t>
            </a:r>
            <a:r>
              <a:rPr lang="en-IN" sz="3200" spc="-35" dirty="0" err="1">
                <a:solidFill>
                  <a:srgbClr val="000000"/>
                </a:solidFill>
                <a:latin typeface="Times New Roman"/>
                <a:cs typeface="Times New Roman"/>
              </a:rPr>
              <a:t>Transister</a:t>
            </a:r>
            <a:r>
              <a:rPr lang="en-IN" sz="3200" spc="-10" dirty="0">
                <a:latin typeface="Times New Roman"/>
                <a:cs typeface="Times New Roman"/>
              </a:rPr>
              <a:t>”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150" y="2238120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221297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lang="en-IN" sz="2000" b="1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/>
                <a:cs typeface="Times New Roman"/>
              </a:rPr>
              <a:t>Krutika N. Dhawale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9716" y="3292240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55566" cy="1024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6697" y="4662423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MANAGEMENT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/>
                <a:cs typeface="Times New Roman"/>
              </a:rPr>
              <a:t>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43000" y="3733800"/>
            <a:ext cx="767463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525" algn="l"/>
              </a:tabLst>
            </a:pPr>
            <a:endParaRPr lang="en-IN" sz="18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63525" algn="l"/>
              </a:tabLst>
            </a:pPr>
            <a:endParaRPr lang="en-IN" sz="1800" spc="-1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405330"/>
            <a:ext cx="3459479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B.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Jain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Institute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F1E1DA-0BC2-ECA7-6E9C-94AFA6CD7359}"/>
              </a:ext>
            </a:extLst>
          </p:cNvPr>
          <p:cNvSpPr/>
          <p:nvPr/>
        </p:nvSpPr>
        <p:spPr>
          <a:xfrm>
            <a:off x="2286000" y="381000"/>
            <a:ext cx="4724400" cy="1219200"/>
          </a:xfrm>
          <a:prstGeom prst="ellips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Introduction</a:t>
            </a:r>
            <a:endParaRPr lang="en-IN" sz="4000" b="1" dirty="0"/>
          </a:p>
        </p:txBody>
      </p:sp>
      <p:sp>
        <p:nvSpPr>
          <p:cNvPr id="11" name="Rectangle: Top Corners One Rounded and One Snipped 10">
            <a:extLst>
              <a:ext uri="{FF2B5EF4-FFF2-40B4-BE49-F238E27FC236}">
                <a16:creationId xmlns:a16="http://schemas.microsoft.com/office/drawing/2014/main" id="{B95E6D4E-3CA5-64F4-7F3B-F036684937F2}"/>
              </a:ext>
            </a:extLst>
          </p:cNvPr>
          <p:cNvSpPr/>
          <p:nvPr/>
        </p:nvSpPr>
        <p:spPr>
          <a:xfrm>
            <a:off x="914400" y="2057400"/>
            <a:ext cx="7696200" cy="4033922"/>
          </a:xfrm>
          <a:prstGeom prst="snipRoundRect">
            <a:avLst/>
          </a:prstGeom>
          <a:ln w="28575"/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English to Hindi Translator</a:t>
            </a:r>
            <a:r>
              <a:rPr lang="en-IN" sz="2000" dirty="0"/>
              <a:t> is a Python-based project.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converts </a:t>
            </a:r>
            <a:r>
              <a:rPr lang="en-IN" sz="2000" b="1" dirty="0"/>
              <a:t>English words and sentences into Hindi</a:t>
            </a:r>
            <a:r>
              <a:rPr lang="en-IN" sz="20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uses an </a:t>
            </a:r>
            <a:r>
              <a:rPr lang="en-IN" sz="2000" b="1" dirty="0"/>
              <a:t>English-Hindi dictionary</a:t>
            </a:r>
            <a:r>
              <a:rPr lang="en-IN" sz="2000" dirty="0"/>
              <a:t> for translation.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The project uses basic Python concepts like </a:t>
            </a:r>
            <a:r>
              <a:rPr lang="en-IN" sz="2000" b="1" dirty="0"/>
              <a:t>strings, dictionaries, functions, loops, and conditions</a:t>
            </a:r>
            <a:r>
              <a:rPr lang="en-IN" sz="20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helps users understand the </a:t>
            </a:r>
            <a:r>
              <a:rPr lang="en-IN" sz="2000" b="1" dirty="0"/>
              <a:t>basic concept of language translation</a:t>
            </a:r>
            <a:r>
              <a:rPr lang="en-IN" sz="20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/>
              <a:t>It is </a:t>
            </a:r>
            <a:r>
              <a:rPr lang="en-IN" sz="2000" b="1" dirty="0"/>
              <a:t>simple, easy to use, and suitable for beginners</a:t>
            </a:r>
            <a:r>
              <a:rPr lang="en-IN" sz="2000" dirty="0"/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54D2-7B46-2444-52D8-9305CDB8D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304891"/>
            <a:ext cx="3352373" cy="837304"/>
          </a:xfrm>
        </p:spPr>
        <p:txBody>
          <a:bodyPr/>
          <a:lstStyle/>
          <a:p>
            <a:r>
              <a:rPr lang="en-US" spc="-10" dirty="0">
                <a:cs typeface="Calibri"/>
              </a:rPr>
              <a:t>Objectives</a:t>
            </a:r>
            <a:br>
              <a:rPr lang="en-US" spc="-10" dirty="0">
                <a:cs typeface="Calibri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AB94E-C70F-4E9A-E89B-74DB25906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812" y="1447800"/>
            <a:ext cx="8229600" cy="332398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create a simple </a:t>
            </a:r>
            <a:r>
              <a:rPr lang="en-US" sz="2400" b="1" dirty="0"/>
              <a:t>English to Hindi translator</a:t>
            </a:r>
            <a:r>
              <a:rPr lang="en-US" sz="2400" dirty="0"/>
              <a:t> using Python.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accept English text from the user.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translate English words into Hindi.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use a </a:t>
            </a:r>
            <a:r>
              <a:rPr lang="en-US" sz="2400" b="1" dirty="0"/>
              <a:t>dictionary</a:t>
            </a:r>
            <a:r>
              <a:rPr lang="en-US" sz="2400" dirty="0"/>
              <a:t> for storing English-Hindi words.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use </a:t>
            </a:r>
            <a:r>
              <a:rPr lang="en-US" sz="2400" b="1" dirty="0"/>
              <a:t>functions</a:t>
            </a:r>
            <a:r>
              <a:rPr lang="en-US" sz="2400" dirty="0"/>
              <a:t> to make the program easy to understand.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handle words that are not available in the dictionary.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display the final Hindi translation.</a:t>
            </a:r>
            <a:endParaRPr lang="en-US" sz="2400" spc="-10" dirty="0"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 MT"/>
              <a:buChar char="•"/>
              <a:tabLst>
                <a:tab pos="263525" algn="l"/>
              </a:tabLst>
            </a:pPr>
            <a:endParaRPr lang="en-US" sz="2400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882A9B-5C2E-67DE-F66E-C8BE12BC9E03}"/>
              </a:ext>
            </a:extLst>
          </p:cNvPr>
          <p:cNvSpPr/>
          <p:nvPr/>
        </p:nvSpPr>
        <p:spPr>
          <a:xfrm>
            <a:off x="2590800" y="304891"/>
            <a:ext cx="3810000" cy="91430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r>
              <a:rPr lang="en-IN" sz="4000" b="1" spc="-10" dirty="0">
                <a:cs typeface="Calibri"/>
              </a:rPr>
              <a:t>      </a:t>
            </a:r>
            <a:r>
              <a:rPr lang="en-IN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  <a:cs typeface="Calibri"/>
              </a:rPr>
              <a:t>Objectives</a:t>
            </a:r>
            <a:endParaRPr lang="en-IN" sz="4000" b="1" spc="-10" dirty="0">
              <a:latin typeface="+mj-lt"/>
              <a:cs typeface="Calibri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D1E469AB-BC5B-9040-F904-4C86477E55D7}"/>
              </a:ext>
            </a:extLst>
          </p:cNvPr>
          <p:cNvSpPr/>
          <p:nvPr/>
        </p:nvSpPr>
        <p:spPr>
          <a:xfrm>
            <a:off x="609812" y="1447800"/>
            <a:ext cx="8305588" cy="4114800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develop a simple </a:t>
            </a:r>
            <a:r>
              <a:rPr lang="en-IN" sz="2000" b="1" dirty="0"/>
              <a:t>English to Hindi Translator</a:t>
            </a:r>
            <a:r>
              <a:rPr lang="en-IN" sz="2000" dirty="0"/>
              <a:t> using Python.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translate </a:t>
            </a:r>
            <a:r>
              <a:rPr lang="en-IN" sz="2000" b="1" dirty="0"/>
              <a:t>English words and sentences into Hindi</a:t>
            </a:r>
            <a:r>
              <a:rPr lang="en-IN" sz="2000" dirty="0"/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understand the use of </a:t>
            </a:r>
            <a:r>
              <a:rPr lang="en-IN" sz="2000" b="1" dirty="0"/>
              <a:t>Python dictionaries</a:t>
            </a:r>
            <a:r>
              <a:rPr lang="en-IN" sz="2000" dirty="0"/>
              <a:t> for storing translations.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apply basic Python concepts such as </a:t>
            </a:r>
            <a:r>
              <a:rPr lang="en-IN" sz="2000" b="1" dirty="0"/>
              <a:t>functions, loops, strings, and conditions</a:t>
            </a:r>
            <a:r>
              <a:rPr lang="en-IN" sz="2000" dirty="0"/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make the translation process </a:t>
            </a:r>
            <a:r>
              <a:rPr lang="en-IN" sz="2000" b="1" dirty="0"/>
              <a:t>simple and user-friendly</a:t>
            </a:r>
            <a:r>
              <a:rPr lang="en-IN" sz="2000" dirty="0"/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To provide a basic foundation for developing </a:t>
            </a:r>
            <a:r>
              <a:rPr lang="en-IN" sz="2000" b="1" dirty="0"/>
              <a:t>advanced translation systems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0828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400F0-9BF2-E678-FF6B-E460E2233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4267200"/>
            <a:ext cx="8229600" cy="553998"/>
          </a:xfrm>
        </p:spPr>
        <p:txBody>
          <a:bodyPr/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endParaRPr lang="en-US" dirty="0">
              <a:cs typeface="Calibri"/>
            </a:endParaRPr>
          </a:p>
          <a:p>
            <a:endParaRPr lang="en-IN" dirty="0"/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225654D8-4DD4-E78B-E8DB-62DEFB8CC466}"/>
              </a:ext>
            </a:extLst>
          </p:cNvPr>
          <p:cNvSpPr/>
          <p:nvPr/>
        </p:nvSpPr>
        <p:spPr>
          <a:xfrm flipH="1">
            <a:off x="2133600" y="228600"/>
            <a:ext cx="3733800" cy="1295400"/>
          </a:xfrm>
          <a:prstGeom prst="wedgeEllipseCallou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 w="3810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r>
              <a:rPr lang="en-US" sz="4000" dirty="0">
                <a:ln w="0">
                  <a:solidFill>
                    <a:schemeClr val="tx2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/>
              </a:rPr>
              <a:t>Algorithm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818D53C7-CFD3-2688-9FD0-7D4E5EC45362}"/>
              </a:ext>
            </a:extLst>
          </p:cNvPr>
          <p:cNvSpPr/>
          <p:nvPr/>
        </p:nvSpPr>
        <p:spPr>
          <a:xfrm>
            <a:off x="990600" y="2057400"/>
            <a:ext cx="7315200" cy="3733800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Start the program.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Create an English-Hindi dictionary.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Take English text as input from the user.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Split the text into individual words.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Check each word in the dictionary.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Replace the English word with its Hindi meaning.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Join all translated words to form the sentence.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Display the Hindi translation.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100" dirty="0">
                <a:solidFill>
                  <a:schemeClr val="tx1"/>
                </a:solidFill>
              </a:rPr>
              <a:t>Stop the program</a:t>
            </a:r>
          </a:p>
        </p:txBody>
      </p:sp>
    </p:spTree>
    <p:extLst>
      <p:ext uri="{BB962C8B-B14F-4D97-AF65-F5344CB8AC3E}">
        <p14:creationId xmlns:p14="http://schemas.microsoft.com/office/powerpoint/2010/main" val="9921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8E8096C2-6A67-7C80-CEF4-286027C77312}"/>
              </a:ext>
            </a:extLst>
          </p:cNvPr>
          <p:cNvSpPr/>
          <p:nvPr/>
        </p:nvSpPr>
        <p:spPr>
          <a:xfrm>
            <a:off x="304800" y="304801"/>
            <a:ext cx="3505200" cy="838199"/>
          </a:xfrm>
          <a:prstGeom prst="wedgeRectCallout">
            <a:avLst>
              <a:gd name="adj1" fmla="val 50809"/>
              <a:gd name="adj2" fmla="val 75453"/>
            </a:avLst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pc="-10" dirty="0">
                <a:cs typeface="Calibri"/>
              </a:rPr>
              <a:t>Flowchart</a:t>
            </a:r>
            <a:endParaRPr lang="en-IN" sz="4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E21B7B3-6D31-489A-9F6B-E722310CF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685800"/>
            <a:ext cx="54864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19261F-F7C0-D840-C93A-CE090A26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89" y="3038822"/>
            <a:ext cx="7163421" cy="7803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DFB596-60F7-F526-A5C3-E909E998E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49622"/>
            <a:ext cx="8153400" cy="5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3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245E-7141-A9C7-897D-E342EAEC8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4801"/>
            <a:ext cx="7162800" cy="738664"/>
          </a:xfrm>
        </p:spPr>
        <p:txBody>
          <a:bodyPr/>
          <a:lstStyle/>
          <a:p>
            <a:r>
              <a:rPr lang="en-IN" u="sng" dirty="0">
                <a:solidFill>
                  <a:schemeClr val="accent1">
                    <a:lumMod val="75000"/>
                  </a:schemeClr>
                </a:solidFill>
              </a:rPr>
              <a:t>GitHub Understanding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CAC32-1835-BBAC-949E-892FAC5BF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828800"/>
            <a:ext cx="8229600" cy="3970318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GitHub Account:</a:t>
            </a:r>
            <a:r>
              <a:rPr lang="en-IN" sz="2400" dirty="0"/>
              <a:t> Create and maintain a GitHub account.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Repository Creation:</a:t>
            </a:r>
            <a:r>
              <a:rPr lang="en-IN" sz="2400" dirty="0"/>
              <a:t> Create a repository for the project.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Uploading Code:</a:t>
            </a:r>
            <a:r>
              <a:rPr lang="en-IN" sz="2400" dirty="0"/>
              <a:t> Upload Python source code to the repository.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Meaningful Commits:</a:t>
            </a:r>
            <a:r>
              <a:rPr lang="en-IN" sz="2400" dirty="0"/>
              <a:t> Save changes with clear commit messages.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Collaboration:</a:t>
            </a:r>
            <a:r>
              <a:rPr lang="en-IN" sz="2400" dirty="0"/>
              <a:t> Share and work on the project with team members.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Individual Contribution:</a:t>
            </a:r>
            <a:r>
              <a:rPr lang="en-IN" sz="2400" dirty="0"/>
              <a:t> Contribute code, documentation, testing, or improvements individually.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17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260" dirty="0"/>
              <a:t> </a:t>
            </a:r>
            <a:r>
              <a:rPr spc="-7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424" y="6355916"/>
            <a:ext cx="575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S.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B.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Jain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Institute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of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Technology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Management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and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research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181</TotalTime>
  <Words>430</Words>
  <Application>Microsoft Office PowerPoint</Application>
  <PresentationFormat>On-screen Show (4:3)</PresentationFormat>
  <Paragraphs>59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Arial MT</vt:lpstr>
      <vt:lpstr>Calibri</vt:lpstr>
      <vt:lpstr>Cambria</vt:lpstr>
      <vt:lpstr>Times New Roman</vt:lpstr>
      <vt:lpstr>Wingdings</vt:lpstr>
      <vt:lpstr>Office Theme</vt:lpstr>
      <vt:lpstr>Experiential Learning Project Assessment-I on “ English to Hindi Transister”</vt:lpstr>
      <vt:lpstr>PowerPoint Presentation</vt:lpstr>
      <vt:lpstr>Objectives </vt:lpstr>
      <vt:lpstr>PowerPoint Presentation</vt:lpstr>
      <vt:lpstr>PowerPoint Presentation</vt:lpstr>
      <vt:lpstr>PowerPoint Presentation</vt:lpstr>
      <vt:lpstr>GitHub Understanding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PPT Format  -PPL.pptx</dc:title>
  <dc:creator>Krutika Dhawale</dc:creator>
  <cp:lastModifiedBy>Krutika Dhawale</cp:lastModifiedBy>
  <cp:revision>1</cp:revision>
  <dcterms:created xsi:type="dcterms:W3CDTF">2026-08-15T17:21:51Z</dcterms:created>
  <dcterms:modified xsi:type="dcterms:W3CDTF">2026-08-17T07:07:07Z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2026-08-15T00:00:00Z</vt:filetime>
  </property>
</Properties>
</file>